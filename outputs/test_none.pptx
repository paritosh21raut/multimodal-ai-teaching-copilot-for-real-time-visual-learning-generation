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Small computer on a single chip.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Contains processor, memory and I/O.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Used in embedded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