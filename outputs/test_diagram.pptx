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Processor controls the system.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Memory stores programs and data.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I/O connects external devices.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531620"/>
            <a:ext cx="4343400" cy="41605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6047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2814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2814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848356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30518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3051810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848356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30518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3051810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40680" y="43754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I/O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23660" y="3968496"/>
            <a:ext cx="0" cy="2034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208776" y="4171949"/>
            <a:ext cx="21488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08776" y="4171949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