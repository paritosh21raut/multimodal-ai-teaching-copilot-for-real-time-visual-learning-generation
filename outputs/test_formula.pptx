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Basic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Formula is shown separately when appropriate.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583180"/>
            <a:ext cx="3429000" cy="205740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3752" y="2656332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65192" y="3268980"/>
            <a:ext cx="2916936" cy="822960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2300" b="1">
                <a:solidFill>
                  <a:srgbClr val="3C3C3C"/>
                </a:solidFill>
              </a:defRPr>
            </a:pPr>
            <a:r>
              <a:t>V = I ×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