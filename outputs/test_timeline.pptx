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Evolution of a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timeline is useful for ordered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623060"/>
            <a:ext cx="4663440" cy="3977639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5112" y="1696212"/>
            <a:ext cx="4334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Timeline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44568" y="3611880"/>
            <a:ext cx="3895344" cy="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434840" y="3502152"/>
            <a:ext cx="219456" cy="219456"/>
          </a:xfrm>
          <a:prstGeom prst="ellipse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2513" y="2135124"/>
            <a:ext cx="86410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44568" y="2738628"/>
            <a:ext cx="0" cy="873252"/>
          </a:xfrm>
          <a:prstGeom prst="line">
            <a:avLst/>
          </a:prstGeom>
          <a:ln w="127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733288" y="3502152"/>
            <a:ext cx="219456" cy="219456"/>
          </a:xfrm>
          <a:prstGeom prst="ellipse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10962" y="4485132"/>
            <a:ext cx="86410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Prototype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43016" y="3611880"/>
            <a:ext cx="0" cy="873252"/>
          </a:xfrm>
          <a:prstGeom prst="line">
            <a:avLst/>
          </a:prstGeom>
          <a:ln w="127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031736" y="3502152"/>
            <a:ext cx="219456" cy="219456"/>
          </a:xfrm>
          <a:prstGeom prst="ellipse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09410" y="2135124"/>
            <a:ext cx="86410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Testing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41464" y="2738628"/>
            <a:ext cx="0" cy="873252"/>
          </a:xfrm>
          <a:prstGeom prst="line">
            <a:avLst/>
          </a:prstGeom>
          <a:ln w="127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330184" y="3502152"/>
            <a:ext cx="219456" cy="219456"/>
          </a:xfrm>
          <a:prstGeom prst="ellipse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7858" y="4485132"/>
            <a:ext cx="86410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Deployment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39912" y="3611880"/>
            <a:ext cx="0" cy="873252"/>
          </a:xfrm>
          <a:prstGeom prst="line">
            <a:avLst/>
          </a:prstGeom>
          <a:ln w="127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