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can be grouped by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691640"/>
            <a:ext cx="4343400" cy="384048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76479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2404872"/>
            <a:ext cx="1783080" cy="594360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3291840"/>
            <a:ext cx="17830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Data Width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23659" y="2999232"/>
            <a:ext cx="0" cy="292608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23659" y="3794760"/>
            <a:ext cx="0" cy="10058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98948" y="3895344"/>
            <a:ext cx="22494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18888" y="4041648"/>
            <a:ext cx="960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8-bit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98948" y="3895344"/>
            <a:ext cx="0" cy="14630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0" y="4041648"/>
            <a:ext cx="960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16-bit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23660" y="3895344"/>
            <a:ext cx="0" cy="14630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68312" y="4041648"/>
            <a:ext cx="960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32-bit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48372" y="3895344"/>
            <a:ext cx="0" cy="14630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