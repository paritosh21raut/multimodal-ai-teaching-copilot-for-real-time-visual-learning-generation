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How a Microcontroller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520440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Receives input from sensors.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Processes the input.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Produces an output.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51960" y="1421892"/>
            <a:ext cx="4343400" cy="4379976"/>
          </a:xfrm>
          <a:prstGeom prst="roundRect">
            <a:avLst/>
          </a:prstGeom>
          <a:solidFill>
            <a:srgbClr val="F9FAFC"/>
          </a:solidFill>
          <a:ln>
            <a:solidFill>
              <a:srgbClr val="DC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16552" y="1495044"/>
            <a:ext cx="401421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96969"/>
                </a:solidFill>
              </a:defRPr>
            </a:pPr>
            <a: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83480" y="1901952"/>
            <a:ext cx="2880360" cy="621792"/>
          </a:xfrm>
          <a:prstGeom prst="roundRect">
            <a:avLst/>
          </a:prstGeom>
          <a:solidFill>
            <a:srgbClr val="E8F0F9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400" b="1">
                <a:solidFill>
                  <a:srgbClr val="3C3C3C"/>
                </a:solidFill>
              </a:defRPr>
            </a:pPr>
            <a:r>
              <a:t>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83480" y="2834640"/>
            <a:ext cx="2880360" cy="621792"/>
          </a:xfrm>
          <a:prstGeom prst="roundRect">
            <a:avLst/>
          </a:prstGeom>
          <a:solidFill>
            <a:srgbClr val="E8F0F9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400" b="1">
                <a:solidFill>
                  <a:srgbClr val="3C3C3C"/>
                </a:solidFill>
              </a:defRPr>
            </a:pPr>
            <a:r>
              <a:t>Process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3767328"/>
            <a:ext cx="2880360" cy="621792"/>
          </a:xfrm>
          <a:prstGeom prst="roundRect">
            <a:avLst/>
          </a:prstGeom>
          <a:solidFill>
            <a:srgbClr val="E8F0F9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400" b="1">
                <a:solidFill>
                  <a:srgbClr val="3C3C3C"/>
                </a:solidFill>
              </a:defRPr>
            </a:pPr>
            <a:r>
              <a:t>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4700016"/>
            <a:ext cx="2880360" cy="621792"/>
          </a:xfrm>
          <a:prstGeom prst="roundRect">
            <a:avLst/>
          </a:prstGeom>
          <a:solidFill>
            <a:srgbClr val="E8F0F9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400" b="1">
                <a:solidFill>
                  <a:srgbClr val="3C3C3C"/>
                </a:solidFill>
              </a:defRPr>
            </a:pPr>
            <a:r>
              <a:t>Output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23660" y="2523744"/>
            <a:ext cx="0" cy="310896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23660" y="3456432"/>
            <a:ext cx="0" cy="310896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423660" y="4389120"/>
            <a:ext cx="0" cy="310896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