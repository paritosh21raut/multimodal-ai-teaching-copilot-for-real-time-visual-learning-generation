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3977639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collection of computers and devices that communicate and exchange data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Uses protocols to govern communication over physical media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Physical layer handles transmission via copper wire, fiber optics, radio waves, or electrical signals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