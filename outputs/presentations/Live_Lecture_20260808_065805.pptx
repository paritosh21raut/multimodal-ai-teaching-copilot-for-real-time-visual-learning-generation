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and Components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The Sun's massive gravity holds eight revolving planets in orbit.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Inner planets (Mercury to Mars) are small and composed of rock.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Outer planets (Jupiter to Neptune) are large gas and ice worlds.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Mercury is the smallest planet, while Jupiter is the largest.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An asteroid belt lies positioned between Mars and Jupiter.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Moons, comets, and Saturn's rings further enrich the solar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