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Microcontrollers vs. Microprocessors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251960" y="1691640"/>
            <a:ext cx="4343400" cy="384048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76479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453128" y="2286000"/>
          <a:ext cx="3941061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687"/>
                <a:gridCol w="1313687"/>
                <a:gridCol w="1313687"/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Microcontroller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Microprocessor</a:t>
                      </a:r>
                    </a:p>
                  </a:txBody>
                  <a:tcPr marL="36576" marR="36576" marT="27432" marB="27432"/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Primary Focus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Dedicated real-time control tasks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Raw compute power and multitasking</a:t>
                      </a:r>
                    </a:p>
                  </a:txBody>
                  <a:tcPr marL="36576" marR="36576" marT="27432" marB="27432"/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Architecture Integration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CPU, RAM, and I/O peripherals on a single IC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Requires external chips for RAM, storage, and I/O</a:t>
                      </a:r>
                    </a:p>
                  </a:txBody>
                  <a:tcPr marL="36576" marR="36576" marT="27432" marB="27432"/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Power &amp; Hardware Integration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Low power consumption, direct sensor attachment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Higher power needs, relies on peripheral chips</a:t>
                      </a:r>
                    </a:p>
                  </a:txBody>
                  <a:tcPr marL="36576" marR="36576" marT="27432" marB="27432"/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C3C3C"/>
                          </a:solidFill>
                        </a:defRPr>
                      </a:pPr>
                      <a:r>
                        <a:t>Popular Examples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Arduino, Raspberry Pi Pico, ESP32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C3C3C"/>
                          </a:solidFill>
                        </a:defRPr>
                      </a:pPr>
                      <a:r>
                        <a:t>General-purpose PC processors</a:t>
                      </a:r>
                    </a:p>
                  </a:txBody>
                  <a:tcPr marL="36576" marR="36576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