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Eight major planets orbit around the central star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Four inner planets are dense, terrestrial rocky worlds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represents the smallest planet in the solar system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Four outer planets consist of large gaseous bodies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Jupiter is the largest planet; Saturn exhibits prominent rings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Natural satellites (moons) orbit planets throughout the system</a:t>
            </a:r>
          </a:p>
        </p:txBody>
      </p:sp>
      <p:pic>
        <p:nvPicPr>
          <p:cNvPr id="4" name="Picture 3" descr="high_resolution_diagram_of_the_solar_system_showing_eight_planets_orbiting_the_s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