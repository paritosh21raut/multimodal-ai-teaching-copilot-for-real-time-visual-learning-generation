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Live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Fundamental Structure of the Solar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The Sun serves as the massive, gaseous central gravitational anchor.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Four inner terrestrial planets are composed primarily of solid rock.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Four outer giant planets consist predominantly of gaseous elements.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Mercury represents the smallest planet, while Jupiter is the largest.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Saturn features prominent rings; natural satellites orbit most planets.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Moons vary significantly, from Earth's single satellite to Jupiter's 100+.</a:t>
            </a:r>
          </a:p>
        </p:txBody>
      </p:sp>
      <p:pic>
        <p:nvPicPr>
          <p:cNvPr id="4" name="Picture 3" descr="high_resolution_diagram_of_solar_system_with_inner_rocky_planets_and_outer_gas_giants_orbiting_the_su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2194560" cy="7320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