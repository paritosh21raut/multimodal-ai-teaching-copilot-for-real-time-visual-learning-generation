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2800" b="1">
                <a:solidFill>
                  <a:srgbClr val="212529"/>
                </a:solidFill>
              </a:defRPr>
            </a:pPr>
            <a:r>
              <a:t>Live Lecture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1600">
                <a:solidFill>
                  <a:srgbClr val="787878"/>
                </a:solidFill>
              </a:defRPr>
            </a:pPr>
            <a:r>
              <a:t>AI Teaching Copilot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28600"/>
            <a:ext cx="8046720" cy="640080"/>
          </a:xfrm>
        </p:spPr>
        <p:txBody>
          <a:bodyPr/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Fundamentals of Bacteria: Structure, Diversity, and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234440"/>
            <a:ext cx="4572000" cy="4937760"/>
          </a:xfrm>
        </p:spPr>
        <p:txBody>
          <a:bodyPr/>
          <a:lstStyle/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Single-celled prokaryotic organisms lacking a defined nucleus, found globally.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Three primary morphological shapes: cocci (spherical), bacilli (rod), and spirilla (spiral).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Beneficial bacteria aid human gut digestion and synthesize essential vitamins.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Crucial in food production processes, such as fermenting yogurt.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Pathogenic strains cause infections like strep throat and food poisoning.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Bacterial infections are medically treated using specialized antibiotic medications.</a:t>
            </a:r>
          </a:p>
        </p:txBody>
      </p:sp>
      <p:pic>
        <p:nvPicPr>
          <p:cNvPr id="4" name="Picture 3" descr="bacterial_3d_scientific_different_shapes_cocci_bacilli_spirilla_under_microscop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234440"/>
            <a:ext cx="30175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28600"/>
            <a:ext cx="8046720" cy="640080"/>
          </a:xfrm>
        </p:spPr>
        <p:txBody>
          <a:bodyPr/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Introduction to the Fourier Transform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234440"/>
            <a:ext cx="4572000" cy="4937760"/>
          </a:xfrm>
        </p:spPr>
        <p:txBody>
          <a:bodyPr/>
          <a:lstStyle/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Decomposes complex signals into fundamental sine and cosine frequencies.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Transforms signal data from the time domain to frequency domain.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Enables core spectral analysis through frequency component breakdown.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Serves as a foundational tool in modern signal processing.</a:t>
            </a:r>
          </a:p>
        </p:txBody>
      </p:sp>
      <p:pic>
        <p:nvPicPr>
          <p:cNvPr id="4" name="Picture 3" descr="mathematical_graph_illustrating_time_domain_signal_decomposing_frequency_spectrum_sine_wav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234440"/>
            <a:ext cx="30175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28600"/>
            <a:ext cx="8046720" cy="640080"/>
          </a:xfrm>
        </p:spPr>
        <p:txBody>
          <a:bodyPr/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Introduction to Computer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234440"/>
            <a:ext cx="4572000" cy="4937760"/>
          </a:xfrm>
        </p:spPr>
        <p:txBody>
          <a:bodyPr/>
          <a:lstStyle/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Electronic machines process raw data into useful, structured information.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Core workflow consists of Input, Processing, Storage, and Output stages.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Hardware includes physical components like processors, memory, and input devices.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Software encompasses programs and instructions that direct hardware operations.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Main categories include personal computers, mobile devices, and enterprise servers.</a:t>
            </a:r>
          </a:p>
        </p:txBody>
      </p:sp>
      <p:pic>
        <p:nvPicPr>
          <p:cNvPr id="4" name="Picture 3" descr="mobile_modern_computing_hardware_software_servers_personal_computers_devic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234440"/>
            <a:ext cx="30175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28600"/>
            <a:ext cx="8046720" cy="640080"/>
          </a:xfrm>
        </p:spPr>
        <p:txBody>
          <a:bodyPr/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Introduction to Field-Programmable Gate Arrays (FPGAs)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234440"/>
            <a:ext cx="4572000" cy="4937760"/>
          </a:xfrm>
        </p:spPr>
        <p:txBody>
          <a:bodyPr/>
          <a:lstStyle/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Integrated circuits reconfigurable by users after leaving the factory.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Builds custom hardware circuits rather than executing sequential software.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Consists of configurable logic blocks and programmable interconnect wiring.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Programmed using specialized hardware description code to define circuitry.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Delivers exceptional processing speeds through parallel hardware execution.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Widely used for hardware prototyping, telecommunications, and custom acceleration.</a:t>
            </a:r>
          </a:p>
        </p:txBody>
      </p:sp>
      <p:pic>
        <p:nvPicPr>
          <p:cNvPr id="4" name="Picture 3" descr="microchip_circuit_field_programmable_gate_array_fpga_closeup_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234440"/>
            <a:ext cx="30175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28600"/>
            <a:ext cx="8046720" cy="640080"/>
          </a:xfrm>
        </p:spPr>
        <p:txBody>
          <a:bodyPr/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Fundamental Properties of Light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234440"/>
            <a:ext cx="4572000" cy="4937760"/>
          </a:xfrm>
        </p:spPr>
        <p:txBody>
          <a:bodyPr/>
          <a:lstStyle/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Electromagnetic radiation visible between 400 and 700 nanometers.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Consists of discrete energy packets known as photons.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Demonstrates dual nature, behaving as both waves and particles.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Travels at a fundamental speed near $3 \times 10^8$ meters per second.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Bounces off smooth surfaces through the process of reflection.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Bends via refraction when transitioning between different physical mediums.</a:t>
            </a:r>
          </a:p>
        </p:txBody>
      </p:sp>
      <p:pic>
        <p:nvPicPr>
          <p:cNvPr id="4" name="Picture 3" descr="physics_light_beam_passing_through_glass_prism_refraction_rainbow_spectru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234440"/>
            <a:ext cx="30175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28600"/>
            <a:ext cx="8046720" cy="640080"/>
          </a:xfrm>
        </p:spPr>
        <p:txBody>
          <a:bodyPr/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Understanding the Internet of Things (IoT)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234440"/>
            <a:ext cx="4572000" cy="4937760"/>
          </a:xfrm>
        </p:spPr>
        <p:txBody>
          <a:bodyPr/>
          <a:lstStyle/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Connected network of physical objects collecting and exchanging data autonomously.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Smart devices integrate embedded processors, sensors, and actuators for interaction.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Sensors measure environmental conditions, while actuators execute physical responses.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Cloud infrastructure and networks enable seamless real-time data processing.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Key applications include smart homes, wearables, industrial systems, and cities.</a:t>
            </a:r>
          </a:p>
        </p:txBody>
      </p:sp>
      <p:pic>
        <p:nvPicPr>
          <p:cNvPr id="4" name="Picture 3" descr="smart_city_internet_things_glowing_connectivity_nodes_digital_overla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234440"/>
            <a:ext cx="301752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