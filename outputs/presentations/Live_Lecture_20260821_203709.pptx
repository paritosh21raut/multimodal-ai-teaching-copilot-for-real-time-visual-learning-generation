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Compact hardware device designed for dedicated electronic control tasks.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input/output peripherals on one chip.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Embedded directly inside host systems to manage automated processes.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Powers everyday appliances, including air conditioners and robotics.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Executes pre-programmed instructions to control sensors and actuators.</a:t>
            </a:r>
          </a:p>
        </p:txBody>
      </p:sp>
      <p:pic>
        <p:nvPicPr>
          <p:cNvPr id="4" name="Picture 3" descr="microcontroller_circuit_chip_macro_photograph_integrated_modern_blue_printed_board_dark_tech_light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Microcontrollers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Compact hardware devices engineered for dedicated system control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Integrates processing core, memory, and input/output peripherals single-chip.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Manages automated functions in everyday appliances like air conditioners.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Serves as the core processing unit in modern robotics.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Executes specific pre-programmed routines efficiently with minimal power.</a:t>
            </a:r>
          </a:p>
        </p:txBody>
      </p:sp>
      <p:pic>
        <p:nvPicPr>
          <p:cNvPr id="4" name="Picture 3" descr="microcontroller_circuit_chip_macro_photograph_integrated_modern_blue_printed_board_dark_tech_light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