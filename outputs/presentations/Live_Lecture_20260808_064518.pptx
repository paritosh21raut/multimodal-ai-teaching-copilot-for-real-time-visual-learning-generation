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Fundamental Architecture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The massive, hot Sun holds the system together via gravitational pull.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Eight planets revolve around the central Sun in elliptical orbits.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Inner Planets: Mercury, Venus, Earth, and Mars are composed of rock.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Outer Planets: Jupiter, Saturn, Uranus, and Neptune contain ice and gas.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Mercury is the smallest planet, while massive Jupiter is the largest.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Natural satellites, or moons, orbit many planets across the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