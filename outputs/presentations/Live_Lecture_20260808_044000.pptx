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2800" b="1">
                <a:solidFill>
                  <a:srgbClr val="212529"/>
                </a:solidFill>
              </a:defRPr>
            </a:pPr>
            <a:r>
              <a:t>Live Lecture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1600">
                <a:solidFill>
                  <a:srgbClr val="787878"/>
                </a:solidFill>
              </a:defRPr>
            </a:pPr>
            <a:r>
              <a:t>AI Teaching Copilot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Taxonomy of Modern Motorcycle Categories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High-performance sportbikes engineered for aerodynamic speed and track handling.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Superbikes representing the apex of consumer powertrain technology.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Cruisers optimized for ergonomic comfort and long-distance highway travel.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Scramblers blending vintage aesthetics with off-road, multi-terrain functionality.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Classic motorcycles preserving heritage aesthetics and mechanical simplicity.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