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System-on-Chip (SoC) Integration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Combines processor, memory, and I/O components onto one silicon chip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portable electronics like smartphones, tablets, and wearables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Dramatically enhances processing speed and overall system performance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Reduces physical hardware footprint for compact consumer device design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Minimizes energy consumption to significantly extend mobile battery life</a:t>
            </a:r>
          </a:p>
        </p:txBody>
      </p:sp>
      <p:pic>
        <p:nvPicPr>
          <p:cNvPr id="4" name="Picture 3" descr="macro_photograph_of_modern_system_on_chip_microchip_showing_integrated_circuit_stru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4710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System-on-Chip (SoC)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processor, memory, and I/O onto a single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compact devices like smartphones, tablets, and smartwatches.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Significantly reduces physical hardware size and circuit board footprint.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high-performance computing within a highly integrated system.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Optimizes energy efficiency by drastically lowering overall power consumption.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System-on-Chip (SoC)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processor, memory, and I/O peripherals onto one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Replaces multi-chip architectures to streamline electronic system design.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mobile devices including smartphones, tablets, and smartwatches.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Significantly reduces physical device footprint and overall hardware size.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Enhances processing performance by minimizing latency between components.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Optimizes energy efficiency by dramatically lowering overall power consumption.</a:t>
            </a:r>
          </a:p>
        </p:txBody>
      </p:sp>
      <p:pic>
        <p:nvPicPr>
          <p:cNvPr id="4" name="Picture 3" descr="macro_photograph_of_an_advanced_system-on-chip_silicon_microchip_with_visible_integrated_circu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3921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System-on-Chip (SoC)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processors, memory, and I/O peripherals onto one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electronics like smartphones, tablets, and smart devices.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Significantly enhances overall device performance and processing efficiency.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Drastically reduces physical hardware footprint and device size.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Optimizes energy management by significantly lowering power consumption.</a:t>
            </a:r>
          </a:p>
        </p:txBody>
      </p:sp>
      <p:pic>
        <p:nvPicPr>
          <p:cNvPr id="4" name="Picture 3" descr="high_tech_modern_microchip_architecture_with_integrated_circuit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4916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System-on-Chip (SoC) Architecture &amp; VLSI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processor, memory, and I/O peripherals on one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devices including smartphones, tablets, and smart electronics.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exceptional computational performance in minimal space.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Drastically reduces physical size and hardware packaging requirements.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Optimizes energy efficiency by significantly lowering power consumption.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System on Chip (SoC)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Combines processor, memory, and I/O peripherals onto one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mobile devices like smartphones, tablets, and smart wearables.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Dramatically reduces physical device size and hardware footprint.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Lowers operational power consumption to maximize battery efficiency.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high-performance computing through integrated component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System-on-Chip (SoC)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processor, memory, and I/O peripherals onto a single silicon 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mobile devices, smartphones, tablets, and smart wearables.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high computing performance within a drastically reduced physical size.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Significantly lowers power consumption compared to multi-chip electronic architectures.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Relies on Intellectual Property (IP) core integration for efficient system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System-on-Chip (SoC) Architecture &amp; VLSI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complete electronic systems onto a single semiconductor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Combines processing units, internal memory, and I/O peripherals together.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mobile devices, including smartphones, tablets, and wearables.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Significantly reduces physical hardware size and overall form factor.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Dramatically lowers power consumption compared to multi-chip systems.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high processing performance in compact electronic architectures.</a:t>
            </a:r>
          </a:p>
        </p:txBody>
      </p:sp>
      <p:pic>
        <p:nvPicPr>
          <p:cNvPr id="4" name="Picture 3" descr="high_tech_system_on_chip_microchip_layout_showing_processor_memory_and_peripherals_integ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6390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Lecture Conclusion: System-on-Chip (SoC)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SoC integrates processors, memory, and peripherals onto a single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mobile technologies, smartphones, tablets, and smart devices.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exceptional computational performance within compact physical dimensions.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Significantly lowers power consumption for energy-efficient hardware operation.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Enables seamless connectivity across digital networks and integrated IP modules.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Thank you very much for your time and participation today.</a:t>
            </a:r>
          </a:p>
        </p:txBody>
      </p:sp>
      <p:pic>
        <p:nvPicPr>
          <p:cNvPr id="4" name="Picture 3" descr="high_tech_system_on_chip_microchip_layout_showing_processor_memory_and_peripherals_integ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63906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VLSI System-on-Chip (SoC)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processor, memory, and I/O peripherals onto one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Enables complete System-on-Chip (SoC) architecture for modern electronics.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everyday devices including smartphones, tablets, and smart hardware.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significantly enhanced computational performance and overall speed.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Reduces physical component footprint to allow compact form factors.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Minimizes operational power consumption to maximize energy efficiency.</a:t>
            </a:r>
          </a:p>
        </p:txBody>
      </p:sp>
      <p:pic>
        <p:nvPicPr>
          <p:cNvPr id="4" name="Picture 3" descr="high_tech_system_on_chip_microchip_layout_showing_processor_memory_and_peripherals_integ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6390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System-on-Chip (SoC) &amp; VLSI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Integrates processor, memory, and I/O onto a single microchip.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Powers modern mobile devices, smartwatches, and embedded systems.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Delivers high computational performance in a compact physical footprint.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Significantly reduces overall power consumption for portable electronics.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Utilizes reusable Intellectual Property (IP) cores for streamlined integration.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Facilitates efficient internal data routing across all system peripherals.</a:t>
            </a:r>
          </a:p>
        </p:txBody>
      </p:sp>
      <p:pic>
        <p:nvPicPr>
          <p:cNvPr id="4" name="Picture 3" descr="Macro_photography_of_a_modern_silicon_microchip_showing_circuit_pathways_and_integrated_processor_d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Digital Network Integration and Systems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Digital infrastructure links remote projects, files, and office environments seamlessly.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Network configuration requires accurate IP addressing and content routing protocols.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Wireless connection stability is critical for continuous digital site integration.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Structured data handling ensures secure physical and digital document processing.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Replicating network connections streamlines workflow efficiency across multiple endpoints.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Interpersonal team collaboration supports effective technical system execution.</a:t>
            </a:r>
          </a:p>
        </p:txBody>
      </p:sp>
      <p:pic>
        <p:nvPicPr>
          <p:cNvPr id="4" name="Picture 3" descr="abstract_visualization_of_interconnected_network_nodes_cloud_computing_and_digital_workspace_lin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4538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Closing Session &amp; Gratitude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Connected seamlessly across digital systems, projects, and office networks.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Successfully completed key tasks and reviewed core operational processes.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Maintained strong communication and collaborative effort throughout the session.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Verified technical connections and file management procedures.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Deep appreciation expressed for team dedication and hard work.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Farewell and best wishes for upcoming collaborative projects.</a:t>
            </a:r>
          </a:p>
        </p:txBody>
      </p:sp>
      <p:pic>
        <p:nvPicPr>
          <p:cNvPr id="4" name="Picture 3" descr="professional_thank_you_slide_with_warm_team_atmosphere_and_digital_connectivity_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14641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