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696969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Microcontroller: Core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A microcontroller is a small computer integrated onto a single chip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It combines processor core, memory, input/output interfaces, and communication peripherals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The processor core executes instructions to control system tasks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It is designed for specific electronic system control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303020"/>
            <a:ext cx="4343400" cy="461772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37617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3255264"/>
            <a:ext cx="1965960" cy="71323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500" b="1">
                <a:solidFill>
                  <a:srgbClr val="3C3C3C"/>
                </a:solidFill>
              </a:defRPr>
            </a:pPr>
            <a:r>
              <a:t>Microcontroller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communication interface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2936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02936" y="2937510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44383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23660" y="2937510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processor 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5564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bulletin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various communication interfaces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202936" y="4286249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02936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423659" y="3968496"/>
            <a:ext cx="1" cy="635507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23660" y="4286249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44383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Microcontroller: Core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A microcontroller is a small computer integrated onto a single chip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It combines a processor core, memory, and input/output interfaces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The processor core executes instructions and controls other components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Microcontrollers interact with external systems through peripherals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303020"/>
            <a:ext cx="4343400" cy="461772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37617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3255264"/>
            <a:ext cx="1965960" cy="71323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500" b="1">
                <a:solidFill>
                  <a:srgbClr val="3C3C3C"/>
                </a:solidFill>
              </a:defRPr>
            </a:pPr>
            <a:r>
              <a:t>Microcontroller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memory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2936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02936" y="2937510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44383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23660" y="2937510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communication interface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5564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processor 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bulletin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202936" y="4286249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02936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423659" y="3968496"/>
            <a:ext cx="1" cy="635507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23660" y="4286249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44383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Microcontroller: Core Definition and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A microcontroller is a small computer integrated onto a single chip that controls specific electronic tasks.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It combines a processor core, memory (both volatile and non-volatile), input/output peripherals, and communication interfaces.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The processor core executes instructions and manages interactions with other components.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Microcontrollers interact with external environments through input/output peripherals while handling data and program code internally.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They are programmable (using C++ or assembly), low-power, cost-effective, and embedded in devices for long-term operation.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303020"/>
            <a:ext cx="4343400" cy="461772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37617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3255264"/>
            <a:ext cx="1965960" cy="71323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500" b="1">
                <a:solidFill>
                  <a:srgbClr val="3C3C3C"/>
                </a:solidFill>
              </a:defRPr>
            </a:pPr>
            <a:r>
              <a:t>Microcontroller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memory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2936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02936" y="2937510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44383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23660" y="2937510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communication interface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5564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processor 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bulletin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202936" y="4286249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02936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423659" y="3968496"/>
            <a:ext cx="1" cy="635507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23660" y="4286249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44383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 Characteristics 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Microcontrollers are small computers on a single integrated circuit designed to control specific electronic tasks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They combine processor core, memory, input/output interfaces, and communication peripherals on one chip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Common programming languages: C++ and assembly language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Low power consumption makes them ideal for battery-powered devices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Embedded systems: Most microcontrollers are built into other devices for specific functions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Classification by bit size: 8-bit, 16-bit, 32-bit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303020"/>
            <a:ext cx="4343400" cy="461772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37617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3255264"/>
            <a:ext cx="1965960" cy="71323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500" b="1">
                <a:solidFill>
                  <a:srgbClr val="3C3C3C"/>
                </a:solidFill>
              </a:defRPr>
            </a:pPr>
            <a:r>
              <a:t>Microcontroller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memory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2936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02936" y="2937510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44383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23660" y="2937510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communication interface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5564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processor 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bulletin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202936" y="4286249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02936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423659" y="3968496"/>
            <a:ext cx="1" cy="635507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23660" y="4286249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44383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