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2800" b="1">
                <a:solidFill>
                  <a:srgbClr val="212529"/>
                </a:solidFill>
              </a:defRPr>
            </a:pPr>
            <a:r>
              <a:t>Live Lecture</a:t>
            </a:r>
          </a:p>
        </p:txBody>
      </p:sp>
      <p:sp>
        <p:nvSpPr>
          <p:cNvPr id="3" name="Subtitle 2"/>
          <p:cNvSpPr>
            <a:spLocks noGrp="1"/>
          </p:cNvSpPr>
          <p:nvPr>
            <p:ph type="subTitle" idx="1"/>
          </p:nvPr>
        </p:nvSpPr>
        <p:spPr/>
        <p:txBody>
          <a:bodyPr/>
          <a:lstStyle/>
          <a:p>
            <a:pPr algn="ctr">
              <a:defRPr sz="1600">
                <a:solidFill>
                  <a:srgbClr val="787878"/>
                </a:solidFill>
              </a:defRPr>
            </a:pPr>
            <a:r>
              <a:t>AI Teaching 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12529"/>
                </a:solidFill>
              </a:defRPr>
            </a:pPr>
            <a:r>
              <a:t>introduction. Good morning everyone, today we are going to learn about solar system. The solar system consists of the sun, all the objects that revolve around it due to the sun's gravitational force. The sun, the sun is the center of the solar system. It is a medium sized star made mostly of hydrogen and helium gases. The sun provides heat and light to all the planets and makes life possible or not. There are 8 planets in a solar system. In order from the sun, they are Mercury, Venus, Earth, Mars, Jupiter, Saturn, Uranus and Neptune. These planets revolve around the sun in electrical orbits. Inner planets, Mercury, Venus, Earth and Mars are called inner planets. They are rocky planets with solid surfaces. Earth is the only known planet that supports life because it has liquid water, oxygen and suitable atmosphere. Outer planets, Jupiter, Saturn, Uranus and Neptune are known as the outer planets. They are much larger than the inner planets and are mainly composed of gases and ice. Jupiter is the largest planet, while Saturn is famous for its beautiful ring system. Moon's. Many planets have natural satellites called Moon's. Earth has one moon, while Jupiter has more than 90 moon known moons. These moons orbit their respective planets to gravity. Asteroids. Between Mars and Jupiter lies the asteroid, but it contains millions of rocky objects of different sizes. Most asteroids remain within this period and orbit the sun. Comments are icy bodies that originate from the outer regions of the solar system. When they come close to the sun, they develop a growing tail due to the melting of ice. Conclusion. In summary, the solar system consists of the sun, eight planets, moon, asteroids, comets and many small objects. Gravity pulls all these celestial bodies, moving in stable orbits around the sun.</a:t>
            </a:r>
          </a:p>
        </p:txBody>
      </p:sp>
      <p:sp>
        <p:nvSpPr>
          <p:cNvPr id="3" name="Content Placeholder 2"/>
          <p:cNvSpPr>
            <a:spLocks noGrp="1"/>
          </p:cNvSpPr>
          <p:nvPr>
            <p:ph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12529"/>
                </a:solidFill>
              </a:defRPr>
            </a:pPr>
            <a:r>
              <a:t>Now let's move to new topic called machine learning. Machine learning is a branch of artificial intelligence that enables computers to learn from data without being explicitly programmed. These are there are three major types of machine learning, supervised learning, unsupervised learning, and reinforcement learning. Machine learning is widely used in robotics, healthcare, autonomous vehicles, recommendation systems, and computer vision.</a:t>
            </a:r>
          </a:p>
        </p:txBody>
      </p:sp>
      <p:sp>
        <p:nvSpPr>
          <p:cNvPr id="3" name="Content Placeholder 2"/>
          <p:cNvSpPr>
            <a:spLocks noGrp="1"/>
          </p:cNvSpPr>
          <p:nvPr>
            <p:ph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12529"/>
                </a:solidFill>
              </a:defRPr>
            </a:pPr>
            <a:r>
              <a:t>Let us now study computer networks. A computer network is a connection of interconnected device that communicates with one another using communication protocols. Networks can be classified into LAN, LAN and LAN depending on the geographical coverage.</a:t>
            </a:r>
          </a:p>
        </p:txBody>
      </p:sp>
      <p:sp>
        <p:nvSpPr>
          <p:cNvPr id="3" name="Content Placeholder 2"/>
          <p:cNvSpPr>
            <a:spLocks noGrp="1"/>
          </p:cNvSpPr>
          <p:nvPr>
            <p:ph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