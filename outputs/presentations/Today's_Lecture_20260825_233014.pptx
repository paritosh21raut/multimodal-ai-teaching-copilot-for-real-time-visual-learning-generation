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Today's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696969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Sensor Data Processing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3977639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Sensor captures physical signal (e.g., light, temperature)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ADC converts analog signal to digital data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CPU processes digital data for analysis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System sends processed result to actuator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