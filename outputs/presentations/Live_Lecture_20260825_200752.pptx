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Microcontroller: Core Definition and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microcontroller is a small computer or single integrated circuit designed to control specific tasks within an electronic system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combines central processing unit, memory, and input/output peripherals on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Key components include a processor core (executes instructions), volatile/non-volatile memory, I/O peripherals, and communication interfaces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are programmable using languages like C, C++, and assembly language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They are often low-power, making them ideal for battery-operated 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volatile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Characteristics and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Microcontroller: Small computer integrated circuit controlling specific electronic system tasks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Combines CPU, memory, and I/O peripherals on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Programmable using C, C++, or assembly language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Low power consumption ideal for battery-operated devices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Small size and cost-effective for long-term device control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Classified by bit size (8-bit, 16-bit, 32-bit), memory type (internal/external), and instruction set (CISC/RISC)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volatile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