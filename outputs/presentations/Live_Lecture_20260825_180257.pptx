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Overview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251960" y="1531620"/>
            <a:ext cx="4343400" cy="41605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6047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 Single 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2814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 (Central Processing Unit)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2814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 (RAM &amp; Non-volatile Flash/ROM)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848356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30518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3051810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848356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30518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3051810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40680" y="43754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Input/Output (I/O) Peripherals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23660" y="3968496"/>
            <a:ext cx="0" cy="2034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208776" y="4171949"/>
            <a:ext cx="21488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08776" y="4171949"/>
            <a:ext cx="0" cy="2034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