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28600"/>
            <a:ext cx="8046720" cy="640080"/>
          </a:xfrm>
        </p:spPr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Structure and Classification of the Solar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34440"/>
            <a:ext cx="4572000" cy="4937760"/>
          </a:xfrm>
        </p:spPr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Eight distinct planets orbit the central Sun in structured regions.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Inner planets: Four terrestrial, rocky worlds closest to the Sun.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Outer planets: Four massive gas giants positioned in outer orbits.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The Asteroid Belt separates the inner Mars and outer Jupiter.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Notable extremes: Mercury is the smallest; Venus is the hottest.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Major features: Jupiter is the largest; Saturn possesses prominent rings.</a:t>
            </a:r>
          </a:p>
        </p:txBody>
      </p:sp>
      <p:pic>
        <p:nvPicPr>
          <p:cNvPr id="4" name="Picture 3" descr="3D_render_diagram_of_the_solar_system_with_sun,_inner_rocky_planets,_asteroid_belt,_and_outer_gas_g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34440"/>
            <a:ext cx="3017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28600"/>
            <a:ext cx="8046720" cy="640080"/>
          </a:xfrm>
        </p:spPr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Overview of Solar System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34440"/>
            <a:ext cx="4572000" cy="4937760"/>
          </a:xfrm>
        </p:spPr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Eight planets revolve around the central Sun.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Inner terrestrial planets are rocky; outer jovian planets are gaseous.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Mercury is the smallest, while Jupiter is the largest planet.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Venus is the hottest planet in the solar system.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Saturn is distinguished by its extensive planetary ring system.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An asteroid belt divides Mars and Jupiter's orbital paths.</a:t>
            </a:r>
          </a:p>
        </p:txBody>
      </p:sp>
      <p:pic>
        <p:nvPicPr>
          <p:cNvPr id="4" name="Picture 3" descr="high_resolution_diagram_of_the_solar_system_showcasing_inner_rocky_planets_asteroid_belt_and_outer_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34440"/>
            <a:ext cx="301752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