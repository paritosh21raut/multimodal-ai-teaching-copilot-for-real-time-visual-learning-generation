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Computer Systems vs. Computer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Computer systems: Individual hardware/software units processing data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Computer networks: Interconnected systems enabling data exchange between devices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