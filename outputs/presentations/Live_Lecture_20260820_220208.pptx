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Understanding Photosynthesis: Process and Key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Converts light energy, water, and carbon dioxide into chemical energy.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Occurs in autotrophic organisms like plants, algae, and photosynthetic bacteria.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Chlorophyll pigments inside leaves absorb sunlight to power the process.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Roots absorb water from soil; stomata intake atmospheric carbon dioxide.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Light energy transforms water and gas into energy-rich glucose sugar.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Generates glucose for cellular nutrition and releases oxygen as a byproduct.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Microcontrollers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Compact computer fabricated on a single integrated circuit chip.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Designed to control dedicated tasks within embedded systems.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Directly manages physical hardware using integrated peripherals.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Central Processing Unit (CPU) executes program instructions and logic.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On-chip memory stores code and operational data.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Input/Output (I/O) ports enable communication with external devices.</a:t>
            </a:r>
          </a:p>
        </p:txBody>
      </p:sp>
      <p:pic>
        <p:nvPicPr>
          <p:cNvPr id="4" name="Picture 3" descr="microcontroller_chip_architecture_on_circuit_board_detailed_microchip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5G Mobile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Next-generation telecommunications standard succeeding 4G mobile networks.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Delivers significantly faster data transmission and ultra-low latency.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Provides massive bandwidth capacity for interconnected device ecosystems.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Powers high-demand applications including high-definition streaming and online gaming.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Enables advanced IoT technology, smart cities, and autonomous vehicles.</a:t>
            </a:r>
          </a:p>
        </p:txBody>
      </p:sp>
      <p:pic>
        <p:nvPicPr>
          <p:cNvPr id="4" name="Picture 3" descr="futuristic_5G_telecommunication_tower_connected_to_smart_city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Understanding Pi (π): The Fundamental Circle Constant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Mathematical constant representing the ratio of circumference to diameter.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Universally constant for all circles, approximately equal to 3.14159.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Classified as an irrational number with infinite, non-repeating decimals.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Defined by the relationship: Circumference divided by diameter equals Pi.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Essential for geometric calculations including surface area and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Fundamentals of Bacteria: Structure, Shapes, and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Single-celled microorganisms lacking a nucleus and cellulose cell walls.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Ubiquitous organisms inhabiting soil, water, and human bodies globally.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Common morphological shapes include spherical, rod-like, and spiral forms.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Beneficial bacteria aid gut digestion, synthesize vitamins, and ferment foods.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Pathogenic bacteria cause infections like strep throat and tooth decay.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