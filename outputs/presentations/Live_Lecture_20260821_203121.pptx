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28600"/>
            <a:ext cx="8046720" cy="640080"/>
          </a:xfrm>
        </p:spPr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Introduction to Microcontrollers: The Core of Embedded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34440"/>
            <a:ext cx="4572000" cy="4937760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Compact integrated circuits designed to govern specific operations in embedded systems.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Integrate a CPU, memory, and I/O peripherals onto a single chip.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Serve as the foundational building blocks for modern automated electronics.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Process real-time inputs from sensors to execute precise control signals.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Deliver cost-effective and energy-efficient computing for dedicated applications.</a:t>
            </a:r>
          </a:p>
        </p:txBody>
      </p:sp>
      <p:pic>
        <p:nvPicPr>
          <p:cNvPr id="4" name="Picture 3" descr="microcontroller_chip_circuit_close_up_green_printed_board_tech_electronic_compon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34440"/>
            <a:ext cx="3017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28600"/>
            <a:ext cx="8046720" cy="640080"/>
          </a:xfrm>
        </p:spPr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Introduction to Microcontrollers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34440"/>
            <a:ext cx="4572000" cy="4937760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Microcontrollers serve as foundational building blocks for modern electronic systems.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They integrate CPU cores, memory, and I/O peripherals onto single chips.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Essential for controlling dedicated functions within embedded hardware architectures.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Enable automated decision-making and real-time processing across diverse devices.</a:t>
            </a:r>
          </a:p>
        </p:txBody>
      </p:sp>
      <p:pic>
        <p:nvPicPr>
          <p:cNvPr id="4" name="Picture 3" descr="microcontroller_chip_circuit_close_up_green_printed_board_tech_electronic_compon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34440"/>
            <a:ext cx="3017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28600"/>
            <a:ext cx="8046720" cy="640080"/>
          </a:xfrm>
        </p:spPr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Introduction to Microcontrollers in Smart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34440"/>
            <a:ext cx="4572000" cy="4937760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Fundamental building blocks for modern embedded hardware architectures.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Drive intelligence and control across Internet of Things (IoT) devices.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Integrate processing power, memory, and input/output capabilities on one chip.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Enable automated control in smart home and wearable technology.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Transform traditional electronics into interconnected, intelligent systems.</a:t>
            </a:r>
          </a:p>
        </p:txBody>
      </p:sp>
      <p:pic>
        <p:nvPicPr>
          <p:cNvPr id="4" name="Picture 3" descr="microcontroller_chip_circuit_modern_electronic_board_close_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34440"/>
            <a:ext cx="3017520" cy="4572000"/>
          </a:xfrm>
          <a:prstGeom prst="rect">
            <a:avLst/>
          </a:prstGeom>
        </p:spPr>
      </p:pic>
      <p:pic>
        <p:nvPicPr>
          <p:cNvPr id="5" name="Picture 4" descr="microcontroller_chip_circuit_smart_modern_electronic_board_device_icon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234440"/>
            <a:ext cx="3017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28600"/>
            <a:ext cx="8046720" cy="640080"/>
          </a:xfrm>
        </p:spPr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Introduction to Microcontrollers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34440"/>
            <a:ext cx="4572000" cy="4937760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Serve as core building blocks for smart and IoT devices.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Popular types include ESP32, Arduino (ATmega), and STM32 platforms.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Integrate CPU, RAM, ROM, and peripherals onto a single chip.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Differ from microprocessors, which rely on external memory and peripherals.</a:t>
            </a:r>
          </a:p>
        </p:txBody>
      </p:sp>
      <p:pic>
        <p:nvPicPr>
          <p:cNvPr id="4" name="Picture 3" descr="microcontroller_chip_circuit_iot_board_electronic_component_close_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34440"/>
            <a:ext cx="3017520" cy="4572000"/>
          </a:xfrm>
          <a:prstGeom prst="rect">
            <a:avLst/>
          </a:prstGeom>
        </p:spPr>
      </p:pic>
      <p:pic>
        <p:nvPicPr>
          <p:cNvPr id="5" name="Picture 4" descr="microcontroller_circuit_electronics_chips_esp32_stm32_board_professional_layou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234440"/>
            <a:ext cx="3017520" cy="4572000"/>
          </a:xfrm>
          <a:prstGeom prst="rect">
            <a:avLst/>
          </a:prstGeom>
        </p:spPr>
      </p:pic>
      <p:pic>
        <p:nvPicPr>
          <p:cNvPr id="6" name="Picture 5" descr="microcontroller_chip_circuit_close_up_green_printed_board_tech_electronic_compone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234440"/>
            <a:ext cx="301752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