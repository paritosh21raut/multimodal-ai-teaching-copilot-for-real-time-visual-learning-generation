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Architecture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The Sun occupies the center, orbited by revolving planets.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Four inner planets are small, dense, and rocky terrestrial worlds.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Four outer planets are massive, hydrogen-rich gas giants.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Mercury is the smallest, Venus the hottest, and Jupiter the largest.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Natural satellites, such as moons, orbit around their primary planets.</a:t>
            </a:r>
          </a:p>
        </p:txBody>
      </p:sp>
      <p:pic>
        <p:nvPicPr>
          <p:cNvPr id="4" name="Picture 3" descr="3D_diagram_of_the_solar_system_showing_the_sun,_inner_rocky_planets,_and_outer_gas_giants_orbi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