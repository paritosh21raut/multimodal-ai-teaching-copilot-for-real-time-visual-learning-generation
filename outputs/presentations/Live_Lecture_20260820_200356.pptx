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Architecture of Our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Sun occupies the central gravitational hub for eight orbiting planets.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Inner planets (Mercury to Mars) are small, dense, and rocky.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Outer planets (Jupiter to Neptune) are massive, gaseous giant worlds.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planet; Jupiter is the most massive.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Venus experiences extreme surface heat; Saturn features prominent ring systems.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Natural satellites, like Earth's Moon, orbit their respective host planets.</a:t>
            </a:r>
          </a:p>
        </p:txBody>
      </p:sp>
      <p:pic>
        <p:nvPicPr>
          <p:cNvPr id="4" name="Picture 3" descr="3D_realistic_illustration_of_the_solar_system_layout_with_sun_inner_rocky_planets_and_outer_gas_g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