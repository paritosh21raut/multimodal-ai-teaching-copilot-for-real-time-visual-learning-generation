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Raspberry Pi: Single-Board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Compact Single-Board Computer (SBC) featuring onboard RAM and customizable storage.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Supports standard desktop peripherals and full Linux operating system environments.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Executes advanced computational workloads including OpenCV and ROS framework models.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Ideal hardware platform for embedded systems, physical AI, and robotics.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Cost-effective and power-efficient solution for rapid engineering prototyping.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Mainstream variants include high-performance Raspberry Pi 4 and Pi 5.</a:t>
            </a:r>
          </a:p>
        </p:txBody>
      </p:sp>
      <p:pic>
        <p:nvPicPr>
          <p:cNvPr id="4" name="Picture 3" descr="Raspberry_Pi_5_board_macro_photograph_displaying_processor_and_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624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