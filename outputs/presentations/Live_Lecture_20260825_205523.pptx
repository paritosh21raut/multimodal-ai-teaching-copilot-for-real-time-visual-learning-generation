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Photosynthesis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Photosynthesis is the process by which green plants prepare food using sunlight, carbon dioxide, and water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Chlorophyll in green plant parts absorbs sunlight required for this process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Photosynthesis provides food for plants and releases oxygen into the atmosphere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It is one of the most important processes for life on Earth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Photosynthesis Process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Photosynthesis is the process by which green plants prepare food using sunlight, carbon dioxide, and water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Chlorophyll in green plant parts absorbs sunlight for energy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Roots absorb water from soil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Carbon dioxide is taken from the air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This process provides food for plants and releases oxygen into the atmosphere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Photosynthesis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Water is transported to leaves via xylem vessels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Carbon dioxide enters through stomata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Light-dependent reactions convert light to chemical energy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Calvin cycle uses CO2 to produce glucose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Oxygen is released as a byproduct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Photosynthesis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Glucose is the primary product of photosynthesis, later converted to starch for storage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Sunlight availability directly impacts photosynthesis rate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Carbon dioxide concentration affects photosynthesis efficiency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Temperature influences photosynthesis rate within optimal ranges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Water availability is critical for photosynthetic processes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