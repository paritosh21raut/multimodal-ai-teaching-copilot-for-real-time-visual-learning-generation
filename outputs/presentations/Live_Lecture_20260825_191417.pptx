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integrated onto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combines CPU, memory, and input/output peripherals for specific tasks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 processor core executes instructions and manages system components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are programmable to perform diverse functions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Common programming languages include C/C++ for low-power battery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volatile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Memory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combine CPU, memory, and I/O peripherals on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Memory types: ROM (program storage) and RAM (data storage)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Classification by memory architecture: Harvard (separate memory spaces) vs. Von Neumann (shared memory)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Memory capacity: Supports bit lengths beyond 64 bits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Common memory types: Embedded memory (integrated) vs. External memory (separate chips)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