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696969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A microcontroller is a small computer integrated onto a single chip that controls specific tasks in a record access stream.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It combines CPU, memory, and input/output interfaces on one integrated circuit.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Typical components include a processor core, volatile and non-volatile memory, I/O peripherals, and communication interfaces.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are programmable using languages like C, C++, and assembly language.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They are often low power, making them suitable for energy-efficient applications.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Microcontroller Classification by Memory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520440" cy="4754880"/>
          </a:xfrm>
          <a:prstGeom prst="rect">
            <a:avLst/>
          </a:prstGeom>
          <a:noFill/>
        </p:spPr>
        <p:txBody>
          <a:bodyPr wrap="square" lIns="18288" rIns="27432" tIns="18288" bIns="18288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Microcontrollers can be classified by memory architecture into Harvard and von Neumann architectures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Harvard architecture uses separate memory spaces for instructions and data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Von Neumann architecture uses a single memory space for both instructions and data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3C3C3C"/>
                </a:solidFill>
              </a:defRPr>
            </a:pPr>
            <a:r>
              <a:t>This classification affects how microcontrollers handle memory access and program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303020"/>
            <a:ext cx="4343400" cy="4617720"/>
          </a:xfrm>
          <a:prstGeom prst="roundRect">
            <a:avLst/>
          </a:prstGeom>
          <a:solidFill>
            <a:srgbClr val="F9FAFC"/>
          </a:solidFill>
          <a:ln>
            <a:solidFill>
              <a:srgbClr val="DCDF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16552" y="1376172"/>
            <a:ext cx="4014215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696969"/>
                </a:solidFill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3255264"/>
            <a:ext cx="1965960" cy="713232"/>
          </a:xfrm>
          <a:prstGeom prst="roundRect">
            <a:avLst/>
          </a:prstGeom>
          <a:solidFill>
            <a:srgbClr val="E8F0F9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500" b="1">
                <a:solidFill>
                  <a:srgbClr val="3C3C3C"/>
                </a:solidFill>
              </a:defRPr>
            </a:pPr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76288" y="2052828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RAM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202936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202936" y="2937510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44383" y="2619756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6423660" y="2937510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423660" y="2937510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434840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memory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55564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communication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4604003"/>
            <a:ext cx="15361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B4B9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36576" bIns="36576"/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processor core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02936" y="4286249"/>
            <a:ext cx="1220724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202936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423659" y="3968496"/>
            <a:ext cx="1" cy="635507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23660" y="3968496"/>
            <a:ext cx="0" cy="317753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423660" y="4286249"/>
            <a:ext cx="1220723" cy="0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3" y="4286249"/>
            <a:ext cx="0" cy="317754"/>
          </a:xfrm>
          <a:prstGeom prst="line">
            <a:avLst/>
          </a:prstGeom>
          <a:ln w="15875">
            <a:solidFill>
              <a:srgbClr val="346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