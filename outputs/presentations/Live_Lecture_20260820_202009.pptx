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Overview of Solar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Sun anchors the Solar System, orbited by eight primary planets.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Divided into four inner rocky planets and four outer gas giants.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 in the solar system.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Jupiter represents the largest planet by mass and volume.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Venus experiences extreme atmospheric heat, making it the hottest planet.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Saturn features a massive, prominent system of orbiting rings.</a:t>
            </a:r>
          </a:p>
        </p:txBody>
      </p:sp>
      <p:pic>
        <p:nvPicPr>
          <p:cNvPr id="4" name="Picture 3" descr="high_quality_astronomical_illustration_of_the_solar_system_showing_the_sun_and_eight_plan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Overview of the Solar System &amp; 5G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Sun serves as the central anchor of the system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Eight planets are divided into inner and outer planetary groups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planet, while Jupiter is the largest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Venus is recognized as the hottest planet in the system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Saturn is distinguished by its prominent surrounding ring structure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5G technology enables high-speed data transfer in fractions of a second</a:t>
            </a:r>
          </a:p>
        </p:txBody>
      </p:sp>
      <p:pic>
        <p:nvPicPr>
          <p:cNvPr id="4" name="Picture 3" descr="Illustration_of_the_solar_system_with_planets_orbiting_the_bright_central_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