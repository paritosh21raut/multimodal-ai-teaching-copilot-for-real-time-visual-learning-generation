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Structure and Composition of the Solar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Central Sun: A hot, gaseous star forms the system's central anchor.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Orbital Structure: Eight planets revolve around the central Sun.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Dual Classification: Four inner rocky planets and four outer gas giants.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Planetary Extremes: Mercury is the smallest planet, whereas Jupiter is largest.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Key Phenomena: Saturn possesses rings; an asteroid belt separates Mars-Jupiter.</a:t>
            </a:r>
          </a:p>
          <a:p>
            <a:pPr>
              <a:spcAft>
                <a:spcPts val="800"/>
              </a:spcAft>
              <a:defRPr sz="2000">
                <a:solidFill>
                  <a:srgbClr val="3C3C3C"/>
                </a:solidFill>
              </a:defRPr>
            </a:pPr>
            <a:r>
              <a:t>Natural Satellites: Moons orbit as natural satellites around their host planets.</a:t>
            </a:r>
          </a:p>
        </p:txBody>
      </p:sp>
      <p:pic>
        <p:nvPicPr>
          <p:cNvPr id="4" name="Picture 3" descr="solar_system_diagram_showing_sun_inner_rocky_planets_asteroid_belt_outer_gas_giants_illu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2194560" cy="7320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