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and Composition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central Sun retains eight planets using immense gravitational pull.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Planets follow elliptical orbits, split into inner and outer regions.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Rocky inner planets comprise Mercury, Venus, Earth, and Mars.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Gas and ice outer giants comprise Jupiter, Saturn, Uranus, and Neptune.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Mercury represents the smallest planet, while Jupiter is the largest.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An asteroid belt separates the orbits of Mars and Jupiter.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