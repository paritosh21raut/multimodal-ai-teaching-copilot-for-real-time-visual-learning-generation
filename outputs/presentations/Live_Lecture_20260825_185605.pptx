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Classifications of Microcontrollers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By Bit Width: 8-bit, 16-bit, and 32-bit microcontrollers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By Memory Type: Embedded memory vs. external memory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By Instruction Set: CISC (Complex) vs. RISC (Reduced)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By Memory Architecture: Harvard vs. Von Neumann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RAM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ROM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