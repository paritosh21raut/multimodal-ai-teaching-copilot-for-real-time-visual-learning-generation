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Destructive Obedience and Authority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Unquestioned compliance stems from rigid hierarchy and strong authority bias.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Absolute deference suppresses individual moral agency and critical thinking.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Catastrophic outcomes emerge when directives are executed without ethical evaluation.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The absence of dissent mechanisms leads to systemic operational failure.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Psychological safety is essential to enable constructive pushback against directives.</a:t>
            </a:r>
          </a:p>
        </p:txBody>
      </p:sp>
      <p:pic>
        <p:nvPicPr>
          <p:cNvPr id="4" name="Picture 3" descr="minimalist_abstract_illustration_of_falling_dominoes_representing_chain_of_unchecked_comman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1457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Dynamics of High Social Density and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Universal involvement creates tightly bound and highly reactive social networks.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Repetitive confirmation cycles rapidly accelerate group alignment and consensus.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Decreased interpersonal distance heightens systemic impact of individual decisions.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Cascading agreement dynamics lead to complete network synchronization.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Extreme proximity transforms localized actions into macro-level collective outcomes.</a:t>
            </a:r>
          </a:p>
        </p:txBody>
      </p:sp>
      <p:pic>
        <p:nvPicPr>
          <p:cNvPr id="4" name="Picture 3" descr="abstract_visualization_of_a_densely_interconnected_network_of_glowing_nod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32931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Psychological Trajectories of Escalating Crises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Incremental exposure to high-risk environments significantly increases overall organizational vulnerability.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Crisis denial rapidly shifts into overwhelming recognition of severe structural problems.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High financial stakes amplify psychological stress and paralyze effective decision-making.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Hesitant risk-testing creates false security before total operational breakdown occurs.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Compounding small errors leads to immediate panic and submission to authority.</a:t>
            </a:r>
          </a:p>
        </p:txBody>
      </p:sp>
      <p:pic>
        <p:nvPicPr>
          <p:cNvPr id="4" name="Picture 3" descr="abstract_minimalist_illustration_of_a_person_stepping_into_deep_water_facing_complex_risk_bloc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17350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The Psychology of Consumer Replacement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Financial anxiety often stems from high initial investment costs.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Incremental testing reflects hesitation and perceived risk in novel tasks.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Encountering technical obstacles triggers acute distress and self-doubt.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Consumers frequently resort to replacement rather than problem resolution.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Acquisition of new items serves as a psychological coping mechanism.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Obsessive renewal patterns indicate a desire to reset personal failure.</a:t>
            </a:r>
          </a:p>
        </p:txBody>
      </p:sp>
      <p:pic>
        <p:nvPicPr>
          <p:cNvPr id="4" name="Picture 3" descr="abstract_visual_representation_of_decision_making_cognitive_loop_minimalist_academic_sty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11915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