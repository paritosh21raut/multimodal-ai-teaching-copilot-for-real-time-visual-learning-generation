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includes a CPU, memory, and input/output capabilities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control electronic devices by processing inputs and executing instructions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