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 Architecture and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Compact integrated circuit designed for specific embedded system operations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Integrates processing core, memory, and peripherals on a single chip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CPU acts as the main brain to execute instructions and manage data flow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Memory includes Flash for program storage and RAM for temporary data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Peripherals like Timers, ADCs, and GPIO pins connect directly to 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531620"/>
            <a:ext cx="4343400" cy="41605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6047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 (Single 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2814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CPU (Processor Core)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2814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Flash Memory (Program Storage)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848356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30518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3051810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848356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30518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3051810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3754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RAM (Temporary Data)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6288" y="43754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Peripherals (Timers, ADCs, GPIO)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23660" y="3968496"/>
            <a:ext cx="0" cy="2034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202936" y="41719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02936" y="4171949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23660" y="3968496"/>
            <a:ext cx="0" cy="2034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23660" y="41719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44383" y="4171949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 Architecture &amp;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Compact, self-contained IC designed for dedicated real-time control tasks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Integrates CPU, memory, and peripheral interfaces on a single chip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CPU (Central Processing Unit): Fetches instructions, performs calculations, and manages data flow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Memory: Flash memory stores program code permanently; RAM handles temporary operational data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Peripherals: Hardware blocks (Timers, ADCs, GPIO) connecting directly to sensors, motors, and lights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Optimized for low power consumption compared to general-purpose microprocessors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531620"/>
            <a:ext cx="4343400" cy="41605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6047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 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2814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CPU Core (Brain)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2814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Flash Memory (Program Storage)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848356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30518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3051810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848356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30518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3051810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3754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RAM (Temporary Data)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6288" y="43754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Peripherals (Timers, ADC, GPIO)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23660" y="3968496"/>
            <a:ext cx="0" cy="2034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202936" y="41719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02936" y="4171949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23660" y="3968496"/>
            <a:ext cx="0" cy="2034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23660" y="41719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44383" y="4171949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