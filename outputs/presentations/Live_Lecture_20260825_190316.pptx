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Microcomputer: Core Definition and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microcomputer is a small computer integrated onto a single integrated circuit (IC)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controls specific tasks within an electronic system by combining CPU, memory, and input/output peripherals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Typical components include a processor core, voltage and non-volatile memory, I/O peripherals, and communication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 processor core executes instructions and manages other components of the microcomputer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531620"/>
            <a:ext cx="4343400" cy="41605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6047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30518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30518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