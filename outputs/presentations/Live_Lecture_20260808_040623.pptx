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Architecture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The Sun anchors eight planets moving in defined elliptical orbits.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Inner planets (Mercury, Venus, Earth, Mars) possess solid, rocky compositions.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Earth is currently the only planet verified to host life.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Outer planets (Jupiter, Saturn, Uranus, Neptune) comprise gases and ice.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Jupiter is the largest planet, while Saturn exhibits distinct rings.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Natural satellites, or moons, orbit planets as planets orbit Sun.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Microcontrollers: The Core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Serve as essential computing hubs within modern embedded hardware architectures.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Execute time-critical operations and real-time firmware execution routines reliably.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Bridge software development with low-level physical hardware control.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Function as compact, specialized CPUs inside robotic and autonomous platforms.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Provide complete programmable control over connected sensors and robotic components.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