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Fundamentals of 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Photosynthesis converts solar energy, water, and carbon dioxide into food.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Occurs in plants, algae, and specific photosynthesizing bacteria.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Chlorophyll pigments in leaves absorb light energy from the sun.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Roots absorb soil moisture while leaf stomata pull carbon dioxide.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Light energy transforms raw inputs into energy-rich glucose sugar.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Generates oxygen and water vapor as metabolic byproducts.</a:t>
            </a:r>
          </a:p>
        </p:txBody>
      </p:sp>
      <p:pic>
        <p:nvPicPr>
          <p:cNvPr id="4" name="Picture 3" descr="Detailed_scientific_diagram_of_photosynthesis_showing_leaf_cross_section_absorbing_sunlight_carbon_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