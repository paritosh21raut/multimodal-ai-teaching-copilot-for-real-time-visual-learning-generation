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Overview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Eight planets orbit the Sun, the central star.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Inner Planets (Mercury, Venus, Earth, Mars): Characterized by rocky surfaces.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Outer Planets (Jupiter, Saturn, Uranus, Neptune): Composed of gas and ice.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Mercury is the smallest planet in the solar system.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Jupiter is the largest planet in the solar system.</a:t>
            </a:r>
          </a:p>
        </p:txBody>
      </p:sp>
      <p:pic>
        <p:nvPicPr>
          <p:cNvPr id="4" name="Picture 3" descr="3D_render_of_solar_system_planets_orbiting_around_the_sun_high_re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732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