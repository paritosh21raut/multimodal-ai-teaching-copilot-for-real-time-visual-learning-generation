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Microcontroller: Core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small computer integrated onto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Combines CPU, memory, and I/O interfaces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Executes specific tasks for electronic systems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Includes volatile and non-volatile memory types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Features input/output peripherals and communication interfaces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volatile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non-world type memory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Microcontroller: Core Components and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 is a small computer integrated onto a single chip, combining CPU, memory, and I/O interfaces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Typical components include processor core, volatile (RAM) and non-volatile (ROM/Flash) memory, I/O peripherals, and communication interfaces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Designed to execute specific tasks in electronic systems, enabling monitoring and control of physical processes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Classified by instruction set architecture: Complex Instruction Set Microcontrollers (CISC) and Reduced Instruction Set Microcontrollers (RISC)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Classified by memory architecture: Harvard (separate memory for instructions and data) vs. Von Neumann (shared memory for instructions and 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volatile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non-world type memory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