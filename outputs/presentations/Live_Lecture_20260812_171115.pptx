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Structuring Core Themes in Speech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Begin presentations with foundational, engaging topics to build audience rapport.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Introduce primary life themes systematically to anchor the core message.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Maintain narrative consistency across recurring speech modules.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Transition smoothly from preliminary concepts to central thesis statements.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Revisit essential themes to reinforce primary audience learning outcomes.</a:t>
            </a:r>
          </a:p>
        </p:txBody>
      </p:sp>
      <p:pic>
        <p:nvPicPr>
          <p:cNvPr id="4" name="Picture 3" descr="university_professor_giving_a_lecture_on_public_speaking_and_narrative_structure_in_a_modern_h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33008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