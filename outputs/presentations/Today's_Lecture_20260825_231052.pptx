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Today's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Microcontrollers - Gemini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Main idea about Microcontrollers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Important concept in Microcontrollers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Application of Microcontrollers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sensors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CPU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input output peripherals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Types of Microcontrollers - Gemini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Main idea about Types of Microcontrollers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Important concept in Types of Microcontrollers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Application of Types of Microcontrollers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