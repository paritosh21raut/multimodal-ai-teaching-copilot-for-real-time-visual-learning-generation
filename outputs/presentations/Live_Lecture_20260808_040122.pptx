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Exploring the Mechanics and Cognitive Benefits of the Rubik's Cube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Key Characteristics of Aerial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