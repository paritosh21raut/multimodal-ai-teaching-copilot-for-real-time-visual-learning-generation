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5G Technology: Next-Generation Connectivity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Fifth-generation cellular standard enabling real-time global connectivity.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Delivers multi-gigabit data speeds alongside ultra-low latency response times.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Supports massive device density using advanced network slicing architecture.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Accelerates autonomous vehicle safety and smart city infrastructure integration.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Transforms healthcare delivery via remote systems and connected devices.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Powers next-generation immersive entertainment and interactive digital media.</a:t>
            </a:r>
          </a:p>
        </p:txBody>
      </p:sp>
      <p:pic>
        <p:nvPicPr>
          <p:cNvPr id="4" name="Picture 3" descr="futuristic_digital_network_grid_connecting_smart_city_autonomous_vehicles_high_tech_vis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