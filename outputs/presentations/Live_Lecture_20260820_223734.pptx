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Field-Programmable Gate Arrays (FPGAs)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Reconfigurable integrated circuits customizable after post-factory deployment.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Builds custom hardware circuits instead of running sequential software like CPUs.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Composed of configurable logic blocks connected by programmable interconnects.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Programmed using specialized Hardware Description Languages (HDLs).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Delivers high-speed processing with post-deployment reconfigurability.</a:t>
            </a:r>
          </a:p>
        </p:txBody>
      </p:sp>
      <p:pic>
        <p:nvPicPr>
          <p:cNvPr id="4" name="Picture 3" descr="microchip_circuit_fpga_macro_photography_integrated_d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FreeRTOS Task Architecture &amp;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FreeRTOS tasks execute as independent programs within continuous infinite loops.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Use `vTaskGetInfo()` to retrieve specific task runtime parameters.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Inspects core attributes including task handle, name, and priority.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Monitors stack usage to evaluate memory efficiency and safety.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Tracks dynamic states: Running, Ready, Blocked, and Suspended.</a:t>
            </a:r>
          </a:p>
        </p:txBody>
      </p:sp>
      <p:pic>
        <p:nvPicPr>
          <p:cNvPr id="4" name="Picture 3" descr="real-time_operating_system_task_state_running_ready_blocked_suspended_states_technical_modern_ve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Fundamentals of Cloud Computing &amp; Service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Delivers computing services like storage, servers, and software over internet.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Replaces physical hardware ownership with rented data center access.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Scalable infrastructure managed by providers like AWS and Microsoft Azure.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Infrastructure as a Service (IaaS) offers fundamental computing resources.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Platform as a Service (PaaS) provides development environments and tools.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Software as a Service (SaaS) delivers fully managed end-user applications.</a:t>
            </a:r>
          </a:p>
        </p:txBody>
      </p:sp>
      <p:pic>
        <p:nvPicPr>
          <p:cNvPr id="4" name="Picture 3" descr="cloud_computing_iaas_paas_saas_lay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Fundamentals of Photosynthesis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Biological process in plants, algae, and select photosynthetic bacteria.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Converts sunlight, water, and carbon dioxide into chemical energy.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Synthesizes glucose (sugar) to fuel growth and metabolic functions.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Generates essential oxygen gas released directly into Earth's atmosphere.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Sustains global food chains and maintains atmospheric oxygen balance.</a:t>
            </a:r>
          </a:p>
        </p:txBody>
      </p:sp>
      <p:pic>
        <p:nvPicPr>
          <p:cNvPr id="4" name="Picture 3" descr="photosynthesis_water_carbon_dioxide_oxygen_glucose_reaction_sunlight_green_le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Survey of Key Computing and Biological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FPGA: Reconfigurable integrated circuits enabling custom digital hardware post-manufacture.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FreeRTOS: Embedded operating system managing independent tasks and system states.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Cloud Computing: On-demand internet delivery of scalable computing and storage services.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Cloud Models: Categorized into Infrastructure (IaaS), Platform (PaaS), and Software (SaaS).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Photosynthesis: Biological process converting sunlight, water, and CO2 into oxygen.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Ecological Impact: Photosynthesis provides essential food and oxygen for living organisms.</a:t>
            </a:r>
          </a:p>
        </p:txBody>
      </p:sp>
      <p:pic>
        <p:nvPicPr>
          <p:cNvPr id="4" name="Picture 3" descr="science_technology_multidisciplinary_abstract_tech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28600"/>
            <a:ext cx="8046720" cy="640080"/>
          </a:xfrm>
        </p:spPr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Survey of Fundamental Engineering and Biological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234440"/>
            <a:ext cx="4572000" cy="4937760"/>
          </a:xfrm>
        </p:spPr>
        <p:txBody>
          <a:bodyPr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FPGAs: Reconfigurable integrated circuits enabling custom digital hardware post-manufacturing.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FreeRTOS: Real-time OS managing independent tasks across multiple execution states.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Cloud Computing: Internet-based delivery of hardware, storage, and software services.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Service Models: Cloud computing operates via IaaS, PaaS, and SaaS architectures.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t>Photosynthesis: Biological process converting sunlight, water, and carbon dioxide into energy.</a:t>
            </a:r>
          </a:p>
        </p:txBody>
      </p:sp>
      <p:pic>
        <p:nvPicPr>
          <p:cNvPr id="4" name="Picture 3" descr="microchip_circuit_plant_photosynthesis_abstract_split_featuring_digital_cloud_computing_green_leaf_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4440"/>
            <a:ext cx="301752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