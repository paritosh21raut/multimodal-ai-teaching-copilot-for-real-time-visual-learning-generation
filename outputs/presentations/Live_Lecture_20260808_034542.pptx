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2800" b="1">
                <a:solidFill>
                  <a:srgbClr val="212529"/>
                </a:solidFill>
              </a:defRPr>
            </a:pPr>
            <a:r>
              <a:t>Live Lecture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AI Teaching Copilot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212529"/>
                </a:solidFill>
              </a:defRPr>
            </a:pPr>
            <a:r>
              <a:t>Introduction to the Fourier Transform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