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Sun is the central star anchored by eight orbiting planets.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Four inner terrestrial planets possess solid, rocky surfaces.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Four outer planets are massive gas giants.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Asteroid Belt orbits between Mars and Jupiter.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Mercury represents the smallest planet, while Jupiter is the largest.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Saturn features prominent rings, and Uranus is notably cold.</a:t>
            </a:r>
          </a:p>
        </p:txBody>
      </p:sp>
      <p:pic>
        <p:nvPicPr>
          <p:cNvPr id="4" name="Picture 3" descr="3D_render_of_the_solar_system_showing_the_sun,_inner_rocky_planets,_asteroid_belt,_and_outer_gas_gia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Sun sits at the center of our solar system.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Eight planets orbit the Sun, split into inner and outer regions.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Inner planets are small, rocky bodies closest to the Sun.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Outer planets are massive gas giants located farther out.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Asteroid Belt lies between the orbits of Mars and Jupiter.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Notable features include Mercury's size, Jupiter's mass, and Saturn's rings.</a:t>
            </a:r>
          </a:p>
        </p:txBody>
      </p:sp>
      <p:pic>
        <p:nvPicPr>
          <p:cNvPr id="4" name="Picture 3" descr="3D_render_of_the_solar_system_showing_the_sun,_inner_rocky_planets,_asteroid_belt,_and_outer_gas_gia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