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Sensor Data Processing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Sensor captures physical signal (e.g., light, temperature)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ADC converts analog signal to digital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CPU processes digital data for analysis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System sends processed result to actuator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421892"/>
            <a:ext cx="4343400" cy="4379976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495044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901952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Sensor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834640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ADC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767328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4700016"/>
            <a:ext cx="2880360" cy="62179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400" b="1">
                <a:solidFill>
                  <a:srgbClr val="3C3C3C"/>
                </a:solidFill>
              </a:defRPr>
            </a:pPr>
            <a:r>
              <a:t>Actuator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23660" y="2523744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456432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23660" y="4389120"/>
            <a:ext cx="0" cy="310896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