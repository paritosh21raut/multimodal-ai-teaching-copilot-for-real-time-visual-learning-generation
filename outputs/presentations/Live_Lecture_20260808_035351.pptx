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and Organization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Artificial Intelligence &amp; Its Subsets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