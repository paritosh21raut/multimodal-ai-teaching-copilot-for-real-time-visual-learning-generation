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2800" b="1">
                <a:solidFill>
                  <a:srgbClr val="212529"/>
                </a:solidFill>
              </a:defRPr>
            </a:pPr>
            <a:r>
              <a:t>Live Lecture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t>AI Teaching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Architecture of the Solar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Eight major planets revolve around a central Sun in elliptical orbits.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Inner terrestrial planets include Mercury, Venus, Earth, and Mars.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Inner planets feature solid compositions made primarily of rock.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Outer giant planets consist of Jupiter, Saturn, Uranus, and Neptune.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Outer planets are predominantly composed of volatile gases and 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