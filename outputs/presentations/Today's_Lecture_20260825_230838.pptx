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Today's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Microcontrollers - Gemini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Main idea about Microcontrollers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Important concept in Microcontrollers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Application of Microcontrollers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sensors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CPU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input output peripherals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The - Gemini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977639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Main idea about The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Important concept in The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3C3C3C"/>
                </a:solidFill>
              </a:defRPr>
            </a:pPr>
            <a:r>
              <a:t>Application of The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