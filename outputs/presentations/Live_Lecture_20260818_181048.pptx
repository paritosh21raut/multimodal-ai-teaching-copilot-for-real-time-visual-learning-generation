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Fundamentals &amp; Applications of 5G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Next-generation wireless standard connecting people, machines, and IoT devices.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Delivers ultra-fast multi-gigabit peak speeds with near-zero network latency.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Key features include network slicing, expanded capacity, and high reliability.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Transforms transport and healthcare via autonomous driving and telemedicine.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Powers smart city infrastructure and interactive immersive media experiences.</a:t>
            </a:r>
          </a:p>
        </p:txBody>
      </p:sp>
      <p:pic>
        <p:nvPicPr>
          <p:cNvPr id="4" name="Picture 3" descr="5G_network_technology_visualization_connecting_smart_city_and_autonomous_vehic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