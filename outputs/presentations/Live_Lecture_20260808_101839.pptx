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Fundamentals of Mobile Communication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Enables mobile voice, data, and multimedia exchange via radio waves.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Divides geographic areas into cells managed by dedicated base stations.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Seamlessly transfers active connections between cells through handover mechanics.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Key architecture includes mobile stations, base stations, and core networks.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Evolves from 1G analog voice to 5G low-latency IoT connectivity.</a:t>
            </a:r>
          </a:p>
        </p:txBody>
      </p:sp>
      <p:pic>
        <p:nvPicPr>
          <p:cNvPr id="4" name="Picture 3" descr="cellular_network_architecture_diagram_showing_mobile_devices,_base_stations,_and_core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4624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