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8-bit</c:v>
                </c:pt>
                <c:pt idx="1">
                  <c:v>16-bit</c:v>
                </c:pt>
                <c:pt idx="2">
                  <c:v>32-bit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</c:v>
                </c:pt>
                <c:pt idx="1">
                  <c:v>16.0</c:v>
                </c:pt>
                <c:pt idx="2">
                  <c:v>32.0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Example Performance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Chart is used only for supplied numerical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71600"/>
            <a:ext cx="4343400" cy="448056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44475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Data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434840" y="1965960"/>
          <a:ext cx="3977639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