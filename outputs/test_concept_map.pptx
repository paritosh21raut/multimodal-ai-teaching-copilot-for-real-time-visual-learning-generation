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connect computing with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714500"/>
            <a:ext cx="4343400" cy="379476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78765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Concept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7820" y="2281428"/>
            <a:ext cx="2011680" cy="658368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988" y="3351276"/>
            <a:ext cx="1188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Robotics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29300" y="3351276"/>
            <a:ext cx="1188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IoT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2612" y="3351276"/>
            <a:ext cx="1188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Automotive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5988" y="4229100"/>
            <a:ext cx="1188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Automation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23660" y="2939796"/>
            <a:ext cx="0" cy="26517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0348" y="3204972"/>
            <a:ext cx="27066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70348" y="3204972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204972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6972" y="3204972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23660" y="3973068"/>
            <a:ext cx="0" cy="109728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70348" y="4082796"/>
            <a:ext cx="0" cy="14630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