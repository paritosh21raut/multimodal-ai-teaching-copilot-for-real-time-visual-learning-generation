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Applications of Microcontrollers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are used in many embedded devices.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741932"/>
            <a:ext cx="4343400" cy="3739896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815084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5444" y="2308860"/>
            <a:ext cx="162763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Air Conditioner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4244" y="2308860"/>
            <a:ext cx="162763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Robotics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4" y="3296412"/>
            <a:ext cx="162763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Washing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24244" y="3296412"/>
            <a:ext cx="162763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Automotive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5444" y="4283964"/>
            <a:ext cx="162763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IoT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4244" y="4283964"/>
            <a:ext cx="162763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000" b="1">
                <a:solidFill>
                  <a:srgbClr val="3C3C3C"/>
                </a:solidFill>
              </a:defRPr>
            </a:pPr>
            <a:r>
              <a:t>Consumer Electronics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